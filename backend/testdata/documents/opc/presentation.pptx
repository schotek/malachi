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Výchoz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9D674DD-447A-4408-8938-B986F77A25B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cs-CZ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Klikněte pro úpravu formátu textu nadpisu</a:t>
            </a:r>
            <a:endParaRPr b="0" lang="cs-CZ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Klikněte pro úpravu formátu textu osnovy</a:t>
            </a:r>
            <a:endParaRPr b="0" lang="cs-CZ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Druhá úroveň</a:t>
            </a:r>
            <a:endParaRPr b="0" lang="cs-CZ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Třetí úroveň</a:t>
            </a:r>
            <a:endParaRPr b="0" lang="cs-CZ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Čtvrtá úroveň osnovy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Pátá úroveň osnovy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Šestá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cs-CZ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Sedmá úroveň</a:t>
            </a:r>
            <a:endParaRPr b="0" lang="cs-CZ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&lt;datum/čas&gt;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&lt;zápatí&gt;</a:t>
            </a:r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AECB7551-32AC-49A7-B05E-1BFE9EBFDC1A}" type="slidenum">
              <a:rPr b="0" lang="cs-CZ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&lt;číslo&gt;</a:t>
            </a:fld>
            <a:endParaRPr b="0" lang="cs-CZ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360000" y="360000"/>
            <a:ext cx="360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spAutoFit/>
          </a:bodyPr>
          <a:p>
            <a:r>
              <a:rPr b="0" lang="cs-CZ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Tiny fictional slide.</a:t>
            </a:r>
            <a:endParaRPr b="0" lang="cs-CZ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LibreOffice/25.2.3.2$MacOSX_AARCH64 LibreOffice_project/bbb074479178df812d175f709636b368952c2ce3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cs-CZ</dc:language>
  <cp:lastModifiedBy/>
  <cp:revision>0</cp:revision>
  <dc:subject/>
  <dc:title/>
</cp:coreProperties>
</file>